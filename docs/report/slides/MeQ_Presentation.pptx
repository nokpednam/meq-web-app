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4E896B-D9F9-4ADD-A720-E81DB8E4145E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CDAB7F-673D-43D7-B494-9FD809507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3432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 ... วันนี้จะนำเสนอโปรเจกต์ </a:t>
            </a:r>
            <a:r>
              <a:rPr lang="en-US"/>
              <a:t>MeQ </a:t>
            </a:r>
            <a:r>
              <a:rPr lang="th-TH"/>
              <a:t>ระบบคิวสนามบาสและแจ้งซ่อมของมหาวิทยาลัยนเรศวร (20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2350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2815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6785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3424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93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75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6413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409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1159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(พูดตามวิดีโอ) อัดหน้าจอระหว่างเทสที่สนามวันที่ 17 ต.ค. ตัดให้เหลือไม่เกิน 90 วินาที แล้ววางแทนกล่องวิดีโอ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3552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วันที่ 17 ต.ค. ผมพาผู้เล่น 13 คน 4 ทีม มาใช้ระบบจริงที่สนาม ตั้งแต่ 5 โมงครึ่งถึง 6 โมงครึ่ง สนามที่ตั้งใจจะใช้กำลังซ่อม พื้นมีฝุ่นและลื่น ไม่มีใครเล่น ตอนแรกเช็กอินไม่ผ่านเพราะพิกัดสนามคลาด ผมวัดพิกัดใหม่ที่สนามแล้วแก้ทันที ข้อนี้นับเป็นข้อบกพร่องข้อที่ 12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9809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จาก 7 ตัว ตัวที่ไม่ผ่านคือ </a:t>
            </a:r>
            <a:r>
              <a:rPr lang="en-US"/>
              <a:t>SUS </a:t>
            </a:r>
            <a:r>
              <a:rPr lang="th-TH"/>
              <a:t>ได้ 67.5 จากผู้เล่น 13 คน ต่ำกว่าเกณฑ์ 68 อยู่ 0.5 คะแนน ถือว่าก้ำกึ่ง ข้อที่ได้คะแนนน้อยคือต้องมีคนช่วยตอนใช้ครั้งแรก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0983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 12 จุด แก้ครบและเพิ่มเทสทุกครั้ง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2727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6130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DAB7F-673D-43D7-B494-9FD80950768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390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C1A13-B840-235F-A8B5-BAA92CE837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9D2D26-4BDF-918C-6B0F-F440D69407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798D5-E79F-9527-C34E-3100AEAF2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9B7B-CBF5-4026-A128-36FD6168ED40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E08E40-B32F-A9FF-C078-4A8598236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E026E9-B667-3504-2162-295BDCF89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AC43D-C061-4509-8647-359BB6226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236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D77B5-235A-B374-FADA-95D444C3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848A2-1D1D-77A8-E730-05BE7F5C8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6A0ED6-9DA9-9ACE-9E6C-BDA1C2568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9B7B-CBF5-4026-A128-36FD6168ED40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116F4-486E-C12A-DA67-1FCB27C46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E2773-2F41-795B-E6DE-4C8B16221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AC43D-C061-4509-8647-359BB6226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99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1AF22-FB00-6096-AF0E-BCAFD7740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8E79D-B78C-A971-5FCC-ED6884270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2C2EC-81DE-D97D-38D9-FE9CFB177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9B7B-CBF5-4026-A128-36FD6168ED40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54923E-D287-4569-7C67-7C41221B8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7EC17-EF00-2E57-79C5-EFF899841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AC43D-C061-4509-8647-359BB6226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196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99AD4-4DE0-87A8-5879-56AEA4422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B3286-0826-C274-CB20-388709EBC9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6F8267-1A62-18F6-F505-254298ABE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9EA784-4B01-2C80-4460-F0F4E6C07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9B7B-CBF5-4026-A128-36FD6168ED40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201A78-6050-C6AC-951F-BCC27E6FF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521D8D-2397-2E4A-9220-8BDB910C7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AC43D-C061-4509-8647-359BB6226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142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9C10A-D6EB-5DE4-57AC-2DA70D8C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575247-5490-6B63-979B-9BEF5FDCB7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30A486-3787-7DF7-6483-D0CB8D507C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B87DFB-3607-EE02-A9D4-249A8BBBD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98306E-2C26-DC2E-FFF0-1406CA62F8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36171C-8ADD-3755-DC9A-DEBB324E7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9B7B-CBF5-4026-A128-36FD6168ED40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09EC52-1BDA-20A1-9406-B443F372D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F3437B-43F2-D215-282E-2C84DC1BB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AC43D-C061-4509-8647-359BB6226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647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990FA-5B69-7456-9F61-1CCDDC7D4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4C7165-DE0A-2832-9D44-5ACE47F6A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9B7B-CBF5-4026-A128-36FD6168ED40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584B87-B852-8814-C0A7-8F654DC7E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D65CD3-CA4E-496A-21EC-15AC91C7F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AC43D-C061-4509-8647-359BB6226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05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2D1D6A-1D25-7212-57A9-82FF691A1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9B7B-CBF5-4026-A128-36FD6168ED40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622EFC-52CE-8CB5-C57E-609A00ED4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BB018-4DBA-EEFB-C781-69C72E450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AC43D-C061-4509-8647-359BB6226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562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B00FA-0F39-6466-2E05-5E7442332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652D1-5048-2EF7-AF93-39E7A6976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26DFC6-AB45-135B-8116-260F77D270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0C2767-458C-45FE-ECFF-7A303F62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9B7B-CBF5-4026-A128-36FD6168ED40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16ADB4-E921-677C-AEB5-D3C3B9B43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F5D427-F086-AB4A-4250-8A53E086E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AC43D-C061-4509-8647-359BB6226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719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47070-8857-E958-B9B8-5D6A1FC35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2258E3-A258-21F7-6A47-1E23F43C2E8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6D5F-B8AF-3AE6-2830-AFCC7DD9B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E5390F-02C0-46E6-CB79-15DE71351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9B7B-CBF5-4026-A128-36FD6168ED40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4B206-3879-948A-CE10-363A1FF5B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A345B7-4800-CE30-62AC-018FD4FF3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AC43D-C061-4509-8647-359BB6226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940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099B7-2E25-2009-0C49-73D0A927E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39135A-6C9B-2F8A-D6BA-F0253F44E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E96CA-F3CD-6F8C-A617-503E54771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9B7B-CBF5-4026-A128-36FD6168ED40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7C8955-4686-22F7-E4BF-F95A61E7D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96FA7-CE6C-D32F-44F5-C86AE0B85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AC43D-C061-4509-8647-359BB6226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306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3C9C29-66AB-C198-D0CA-AACF4943A3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A792E1-FAB4-443C-4D85-CB0C34C476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82D90C-363A-7E0F-E585-4CF87389F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9B7B-CBF5-4026-A128-36FD6168ED40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CEE4C3-E930-DAE1-54C7-42DC41C22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0CB46B-5258-013B-B996-EEBE7AAD7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AC43D-C061-4509-8647-359BB6226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897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EBADDA-56E0-A6D1-CAA3-03DEA64DB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4F9E51-FCDF-0FDF-9C56-949F59F7DF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D1478-F63C-370E-B537-217FD17953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E09B7B-CBF5-4026-A128-36FD6168ED40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D8DA0-87E4-0485-14A2-DB0C4B2731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F3F728-7D46-94F4-98EB-12CDEAC5C9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FAC43D-C061-4509-8647-359BB6226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301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jpg"/><Relationship Id="rId4" Type="http://schemas.openxmlformats.org/officeDocument/2006/relationships/image" Target="../media/image15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90C87E-A404-BD9C-FF83-EB4A6E4F7222}"/>
              </a:ext>
            </a:extLst>
          </p:cNvPr>
          <p:cNvSpPr txBox="1"/>
          <p:nvPr/>
        </p:nvSpPr>
        <p:spPr>
          <a:xfrm>
            <a:off x="609600" y="1524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FINAL-YEAR PROJECT · COMPUTER SCIENCE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5E964-8636-3926-CBA3-206D66076648}"/>
              </a:ext>
            </a:extLst>
          </p:cNvPr>
          <p:cNvSpPr txBox="1"/>
          <p:nvPr/>
        </p:nvSpPr>
        <p:spPr>
          <a:xfrm>
            <a:off x="609600" y="1854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200" b="1">
                <a:solidFill>
                  <a:srgbClr val="FFFFFF"/>
                </a:solidFill>
                <a:latin typeface="Arial" panose="020B0604020202020204" pitchFamily="34" charset="0"/>
              </a:rPr>
              <a:t>MeQ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C953D0-A9B8-0C69-6F11-CC3B73BD5F28}"/>
              </a:ext>
            </a:extLst>
          </p:cNvPr>
          <p:cNvSpPr txBox="1"/>
          <p:nvPr/>
        </p:nvSpPr>
        <p:spPr>
          <a:xfrm>
            <a:off x="609600" y="3048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Arial" panose="020B0604020202020204" pitchFamily="34" charset="0"/>
              </a:rPr>
              <a:t>A mobile web application for basketball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9B28F-1432-01F9-AC1E-DD896C15E234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[Your name] · [Student ID]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[Advisor name]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86ABBB-229E-DD3E-E515-3AAFCE07FBC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54899B-97D7-F710-8D1A-38575640928B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91734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E7D1E8-6BBC-96F3-E4F5-4C731F6F918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C9BC11-D963-267A-4FA0-0AD19D27DA1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803762-3510-A96F-1ED5-46164D2FB6C8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B460B0-3B0F-4614-1193-1D1C37935E6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3435F7-921C-1698-9063-33CC2103D5E3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25630935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88E825-0183-1510-D03F-39F9BAE7EAFA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2E1070-248F-4B48-0B17-F72365A41577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7EA2401-656C-26BA-052A-72C26B1DC4A3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38DEAAD-7F4C-99CA-A176-66E2041C482F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4E3A4A4-979F-4887-66AE-A9D39ADEDAE2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5B1590-E094-FB57-DD61-28F898F37AD7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1D10F7-2C98-CFC6-6B70-C8AE59DD1957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5DABA4A-9CD8-6FD5-5D7C-95169CDDC549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7852364-35F7-F76F-DC93-B1CA39140741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1BF1F8-188F-8080-37BA-78FFD4CB0FF2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9364E9-75C9-CBBD-5C47-41509D05EBA8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16BB4AA-FFED-FFD6-A1B1-D2E2A22BD54B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C90BE18-5F51-B853-597D-47FA82754662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E47ADF-A67E-354E-E775-10FE2C089CB3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A641DF-E85C-FCA6-A179-79D6EAD84B5D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DAA869E-EDF2-5F28-8682-1E4002B7A86F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40AF7AE-ED79-A034-E680-ED9AB5CA6D85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876597-A287-063D-B2AB-0C8313017C99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F01DE8-0E07-3F66-9485-F64A0CB9B3B3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1940228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EA3CC2-F682-D863-DC2B-D390E8C03DB7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053924-F234-9E11-C53E-32EBBC0C6AA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B9E4DF-B519-D869-47F8-D9A49770878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7C697207-AEB6-D7B2-D7A9-0EE6A49B5E62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2C4385-7EC5-8046-1840-5E34895F660A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ACE391-5419-222C-0E9D-5A0BAAEC2F0F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207A5C66-113B-0322-B120-F0546A14F644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7484A7-69B5-6450-26EC-754D82928364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60496D1-6B28-A206-80D0-5BF7D889D747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8612B94C-1387-6ECF-E9C2-F9BD0AD54353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451096-DF7E-4891-ED79-7A8B9EFC545C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1D071F4-EB87-460B-2CCD-8CE22E111FEA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7F255EA-43F6-DE7D-2C9E-912419B7EB02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760463-8E06-A93B-8604-FB6AF1384903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E9EAA01-828A-58B1-CFC1-15AFEC464444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69104886-CBD9-307A-7164-C4635DA66BD7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7306D9-9EE8-188D-1F62-461131006F00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2903570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D04D02-BD89-39B1-AC59-B2CBCF651CE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14DCC0-4084-ACCF-5DBD-A7020E8AB52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6F2DD5B-7030-8B3D-0589-EBCFB89914AB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C670AC-B0F9-0F83-26BF-CC2AB2914B11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623F6B8-2262-A953-00BA-5182F1D6A2E1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59D359-4B8D-7697-8755-F9AF663E4C09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E421BD7-545E-A8A9-98B1-F9F536448C22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A34766-A4EA-4970-EF03-8D89BC3A7F37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E5E6057-34FB-89C0-7654-60C393522B26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61F71A-AEC9-6870-D676-4549A068DCC1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6365E2D-FF7C-441C-8123-B370036B4B92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FE44A6-2EFE-99E2-D2AF-FAD8B6275AF5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0E22C28-50D9-4A9A-BF54-0C898111174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3337816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E4D06C-AA4D-94B2-A9DD-C594A981AE0A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F375C-1FD0-0AE7-7E0E-3A900E84C701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782785-2DE2-61BA-B1A5-3EE143DE4EF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D45FC05-EE61-67B6-9C3D-D0D089DBD26F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8000491-A1C3-4731-7442-946A95967C4E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A91457-5FA3-B2E2-6C10-9E4325B2C4DA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6BB5E68-D1B3-E860-3EF4-85A53E186609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738C6F-5E5B-7E52-3DEB-7E2D288A5F40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277D3F-5334-1F35-0BD4-0C24CFCE5664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B64962-1830-C5A3-6151-1F9E07A07B72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B698874-BA49-A947-9D95-3AC83079ED83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19A8B8-931E-BD83-CA04-62ED1FD6C40D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DF5B03-EB73-DF4D-E5BB-1B6FD39C5E05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1547396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14EB79-A4FF-4BA0-1C91-CE56D89FA862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B367BB-D7ED-1127-074A-5222C619970B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3D333C-DCC7-8A1C-92D2-1EDE0C2B66A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963913-305A-1FFA-98E4-4AAB36497D5A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EC82A5-2004-94AD-4110-24929117C42F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E069E6-C27E-70F8-465B-14DBD845C44F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177DB2-1565-BBA9-35E5-6F61F37B4D98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A0D94D6-DC6B-A733-9E35-60FB9BD85DF8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0736C-C644-7BBE-7768-537B4353AAB5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014A6FB-C267-2A14-35E5-A3F21F4E5163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A2BB58-7B0C-40D8-0008-D2C617BE304B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1401992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FBC1AC-CFF2-E7C1-368C-938EF4DE0990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6E27E5-1401-9421-5E00-D37A48CA10F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EBD9B7-AA0F-8CE3-68E5-440730B742CE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6C8121-26B7-A089-4325-97135C160EC2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DCA32-20F4-2718-065D-28B37261480B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DF178E-86C3-42F7-9169-BFBD508CF73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79CA6F-195D-D3B9-BFDF-DF45626C57A6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142241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59DD19-6AC8-14E1-F176-C6FB568BB80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BA2B6C-7A31-4EC8-F993-E6949DEDF57C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D473343-FA57-63B8-3319-EB1990D15049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F66674-4B90-A06C-B0C8-7A42A1F1C32B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5CBB9-50F3-1711-B9A5-108951059D35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7722DA8-ADE7-E563-FDD1-C43864AC3288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C1C3A-5F95-7EF6-98AD-518DDA106B9C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C82E7D-33E4-D5C6-3BF9-4387834E3265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45860E6-26ED-E94E-64B7-64C4E3FA0EB8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EB6B9A-2BE3-B0E7-2D9D-7C1CAEBEDDED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856202-5BEA-FDC7-E065-B9DBE92ECED9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sessions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5B68AE-042B-E962-2781-56B3671087D0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047019-27E8-857B-D935-8FBCFAD53A67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6957B0-3CDC-4719-D931-10D665B89EAC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fixed; code defects covered by new tests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1DAF3D1-CC04-19FD-B23C-3C7C21ED0FF3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A13ED5-E624-6624-C373-5A253E0568E4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6D674BE-95E4-4AF4-6ED7-C3DCB3C2F06F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2D751B-D809-1EF0-0A8F-718BBC349344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F9362A5-5C83-AA27-CC25-A1152A627B89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CF5EB7-9F70-EACA-7CC4-6031D1177479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3E20751-543B-602A-100B-A64CDC2D205E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7BDCFD-D564-62F5-8624-F8046B32A4A1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B72B5E5-6671-B052-DA6D-5452CCE51DA3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DF3C0E-83C6-CDD3-B834-8C9F50CE5979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3942821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3E2E40-6959-6F71-318D-2A8E9A5912E3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FC259E-861C-4E38-9924-01AC0E5C3CE1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 on the court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8FA729C-01F8-00AE-193A-931B2A7D2616}"/>
              </a:ext>
            </a:extLst>
          </p:cNvPr>
          <p:cNvSpPr/>
          <p:nvPr/>
        </p:nvSpPr>
        <p:spPr>
          <a:xfrm>
            <a:off x="609600" y="1473200"/>
            <a:ext cx="6350000" cy="4826000"/>
          </a:xfrm>
          <a:prstGeom prst="roundRect">
            <a:avLst>
              <a:gd name="adj" fmla="val 3684"/>
            </a:avLst>
          </a:prstGeom>
          <a:solidFill>
            <a:srgbClr val="2A31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 panose="020B0604020202020204" pitchFamily="34" charset="0"/>
              </a:rPr>
              <a:t>[ Demo video, 60–90 s ]</a:t>
            </a:r>
          </a:p>
          <a:p>
            <a:pPr algn="ctr"/>
            <a:r>
              <a:rPr lang="en-US">
                <a:solidFill>
                  <a:srgbClr val="C9CED8"/>
                </a:solidFill>
                <a:latin typeface="Arial" panose="020B0604020202020204" pitchFamily="34" charset="0"/>
              </a:rPr>
              <a:t>Join queue → LINE message → check in → scores → result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A897FB-6D96-4B01-AE08-DB36293530B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1473200"/>
            <a:ext cx="21717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89DCAF-65C4-0ACD-40DE-543BB8229C48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0700" y="1473200"/>
            <a:ext cx="21717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3986933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CCAF2B-0BDF-12D9-3976-0A315212684B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AE8913-111A-5B56-5FCC-0ED33084747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Field evaluation at the courts, 17 October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3B57B0-4305-4BC1-0BC4-7CFDFD50310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558800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BB86C7-146F-1D91-F507-985F5E83E34B}"/>
              </a:ext>
            </a:extLst>
          </p:cNvPr>
          <p:cNvSpPr txBox="1"/>
          <p:nvPr/>
        </p:nvSpPr>
        <p:spPr>
          <a:xfrm>
            <a:off x="609600" y="57150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A game during the evaluation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53C6A4-2B6D-7E0A-804E-6212C1D3E8AA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16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05C7715-970C-452D-4E9A-6260C1C763DC}"/>
              </a:ext>
            </a:extLst>
          </p:cNvPr>
          <p:cNvSpPr txBox="1"/>
          <p:nvPr/>
        </p:nvSpPr>
        <p:spPr>
          <a:xfrm>
            <a:off x="64516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MeQ in use at the court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1196E2-C6F5-A7C8-749D-557D0D1AFE73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8128A3D-A621-9411-41C9-A19E6EB74821}"/>
              </a:ext>
            </a:extLst>
          </p:cNvPr>
          <p:cNvSpPr txBox="1"/>
          <p:nvPr/>
        </p:nvSpPr>
        <p:spPr>
          <a:xfrm>
            <a:off x="90424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planned court, under renovation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4F9A6D-D85E-6718-D79D-977A24FC46C2}"/>
              </a:ext>
            </a:extLst>
          </p:cNvPr>
          <p:cNvSpPr txBox="1"/>
          <p:nvPr/>
        </p:nvSpPr>
        <p:spPr>
          <a:xfrm>
            <a:off x="6451600" y="3860800"/>
            <a:ext cx="513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13 players; four 3x3 teams played, 17:20–18:30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Everyone used their own phone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Queue, check-in, play, scores, and a maintenance report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Check-in failed at first: the court point was moved on site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SUS questionnaire answered the same evening</a:t>
            </a:r>
          </a:p>
        </p:txBody>
      </p:sp>
    </p:spTree>
    <p:extLst>
      <p:ext uri="{BB962C8B-B14F-4D97-AF65-F5344CB8AC3E}">
        <p14:creationId xmlns:p14="http://schemas.microsoft.com/office/powerpoint/2010/main" val="12277016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070256-F4D0-5EEF-7CDA-C4C1D5FB5B0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145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819ACA-A73A-1FC6-D8D6-C3A0B5ED5BAB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EADFBE-CF6E-4439-F6A1-16072DE60AC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9E37E7-CC24-701B-C2E3-D63F1DD3558C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096A96D-B2AB-2466-2704-211274793CF7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CD27C0-7DE6-06D0-2110-C3638BA863B4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99C3E6-6F50-114B-9058-9D9BEF0ADCA9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26B7F1-12B4-0CD9-4A12-908DCD99D230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3E2FBD-2289-EA1F-A4B6-609B6D0B2279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D25AE7-3348-A2C1-4EB1-40F9AE8C62AD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EE8811-8EC8-F360-7BD7-7605E8DAB790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FBDB31A-013D-873A-769E-EBD6BC5BB0A3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4C42BBA-5740-071C-8988-F6D00CB13FFF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DC1123-2D51-6E3B-5455-0AF0AEE31014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40E997-4E72-9D18-25E4-612AE44BA552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75E156D-3F7A-0E1E-B06A-E06A36D2B9DA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32328421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C3847C-F7B9-B3CB-9C05-9B8F098B69F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BC7792-4A19-F925-CD3E-26D63E090CA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5C85446-1C1C-290F-F1F9-F647B0B657D0}"/>
              </a:ext>
            </a:extLst>
          </p:cNvPr>
          <p:cNvSpPr/>
          <p:nvPr/>
        </p:nvSpPr>
        <p:spPr>
          <a:xfrm>
            <a:off x="609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5B2778-0796-F9CA-7771-FC07B6227BCE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1F2E3E-99B2-70CB-C8F3-24F43AE8580F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463F74-1493-F5C0-18FA-00EC93169DC8}"/>
              </a:ext>
            </a:extLst>
          </p:cNvPr>
          <p:cNvSpPr/>
          <p:nvPr/>
        </p:nvSpPr>
        <p:spPr>
          <a:xfrm>
            <a:off x="43561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D3B72E-8700-C9F7-003C-FF7B48468BEB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42E559-E9BA-8D78-67DA-D0318176BD3B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First use needs guidance (SUS 67.5)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3BDD6F-7FED-3686-01C6-0B3277ECBF30}"/>
              </a:ext>
            </a:extLst>
          </p:cNvPr>
          <p:cNvSpPr/>
          <p:nvPr/>
        </p:nvSpPr>
        <p:spPr>
          <a:xfrm>
            <a:off x="8102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8C4CFA-E75C-B9D0-A796-F5D15763AFC4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4119E2-B4B1-85C4-C84E-31F567A72B32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Queues visible without sign-in; guided first use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2282705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4D33B7-B659-EDAB-E2E4-E93D29273C20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4CF4D-D37A-713F-7862-A830BB12F5A4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77D3AF-94E1-10EA-0E80-880A5358A21F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BDAFCB-11DC-0DA4-B613-6054DB472FF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3928368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1709</Words>
  <Application>Microsoft Office PowerPoint</Application>
  <PresentationFormat>Custom</PresentationFormat>
  <Paragraphs>186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นศท.ณัฐวุฒิ วันมา</dc:creator>
  <cp:lastModifiedBy>นศท.ณัฐวุฒิ วันมา</cp:lastModifiedBy>
  <cp:revision>1</cp:revision>
  <dcterms:created xsi:type="dcterms:W3CDTF">2026-10-17T16:05:28Z</dcterms:created>
  <dcterms:modified xsi:type="dcterms:W3CDTF">2026-10-17T16:05:28Z</dcterms:modified>
</cp:coreProperties>
</file>