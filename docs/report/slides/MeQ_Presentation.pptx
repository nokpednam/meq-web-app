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D76D32-49F0-4705-B74D-BB42C51B06FB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DC0ED9-C2A6-4DB7-8FF7-2B598C5C1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98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 ... วันนี้จะนำเสนอโปรเจกต์ </a:t>
            </a:r>
            <a:r>
              <a:rPr lang="en-US"/>
              <a:t>MeQ </a:t>
            </a:r>
            <a:r>
              <a:rPr lang="th-TH"/>
              <a:t>ระบบคิวสนามบาสและแจ้งซ่อมของมหาวิทยาลัยนเรศวร (20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1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4500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7426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196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9393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725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1460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628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2523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(พูดตามวิดีโอ) อัดหน้าจอระหว่างเทสที่สนามวันที่ 17 ต.ค. ตัดให้เหลือไม่เกิน 90 วินาที แล้ววางแทนกล่องวิดีโอ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90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732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03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155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597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DC0ED9-C2A6-4DB7-8FF7-2B598C5C12A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1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08C6-7A3D-59F5-5C4E-615681457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8B50A2-D665-2187-3CCC-99F673A6CE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733E39-E76E-FF92-8881-3BEFCE4A6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BB3812-1970-A4BB-A87B-B083B9CC5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A2D7EC-0A15-3FA7-64B3-477832C4E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607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2B2E-E35E-B2A7-6232-C89D8A339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7B869-58F5-E558-78EA-F8D84191C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DEA065-D0F7-67B1-4C73-9A415050F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E456C-90E4-0210-66E3-21C2DC577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8DD68-BA0F-A689-1E5C-00EC8772E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6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541D1-BBA7-C2BC-0E4D-C663A4727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48D24B-7AB4-D837-AB56-3C9096EF2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3B4E8-F380-394F-1824-EF9E082CA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2131B-CD8A-931B-5DCA-5FDE3506B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ABC61F-EF37-7911-CBED-C3579ECFF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94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4FA32-D0C2-61EE-1477-5C9D7B04F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AA36E-C17C-39A2-CEFC-38B186C199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6FC775-24E6-875A-2D52-C03522DA4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B3DEF-338F-087D-2CFD-0D27C128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7BD5F-F65D-CCE9-79F5-D51A0349A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B31BDD-2277-D41A-003B-0361E34C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950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ADEB5-96A1-69E3-CAB2-4700E64CE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AC010-C7B6-3EB0-6B92-9894204E2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C91D85-DF6C-947E-1F94-1A1A30B68C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D79B26-DEA5-B935-499B-385E58268F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01B12A-285F-3632-CDB4-B740CB015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12E3B-AB1F-BD25-810A-64E21427C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D80165-E712-D32B-1867-7BDCA9E61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65575C-21A1-D726-FF29-460B43EAA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61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D9D5-4E9B-CD7B-EB81-164758A3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D0C0F7-A2D4-B794-C198-38E90D2D2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C14662-E79B-A92F-DD68-FBC2BF6D9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416D5-2E38-6D76-EF34-7C9739B8A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4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75C8F1-F58B-30C5-F504-EC91F9BEE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4DE95B-004E-974D-868C-065FED721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14562-D432-41C5-05C5-B21799B4C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410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65333-9BCD-FE43-3EAB-C70430744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E4076-DF94-AF1A-3348-F51EAA1FB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FB1A46-90D6-A7B6-EF45-25EF1FD25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163396-654E-C698-BA97-910048CE3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17F8A-13EA-732E-50B8-444720826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5A243-B570-27CA-EB45-ABB448A86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438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C21A-B7EC-BB70-FB48-1BC605A5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EF9821-3107-7F08-F8C2-FB069F40CC9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FA9D42-53B8-A326-3A3B-C849C262D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66123-E6A2-67B3-5460-FAAD2DA1A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4F426F-2DF0-B9A2-75EE-84AE6E7E8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84B684-A11B-E21A-04E1-A42228677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864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87FC2-9864-F41D-10FF-A28AD4E86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BC00C1-F267-7F22-2C36-BA7303DE88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68DF1A-7377-9542-F8CD-53CB3AFC6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311B4-F67F-D69E-6B66-B5849604E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0CB5F-94A6-01BA-BA56-996011D3F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854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874B3D-79F7-A42F-B36F-258690DA01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3F6A2-287E-D126-6FB6-0C2DE1BE28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B63DF-66AA-02F1-CFC0-947354FEF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61D07-4537-6856-F035-029CCE377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FC3A71-ADC4-7B50-C15B-45048AC9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99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A172D8-89FD-9B24-1CAF-D3584ED2E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C0B297-9813-AF61-8769-2D7E5FF52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20938-A9B2-8D87-9C27-9F7BBDC451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215E97-F0D3-4507-85EE-F7099C2A96B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7C36B-3B91-DE1E-A4B2-3C2AC4326F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B6BC3-88D0-7B14-341A-80D54394BE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493225-42B6-4CDB-A14C-275DCD644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827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30C67B-B666-F312-0FFC-AE4DF5F65F0B}"/>
              </a:ext>
            </a:extLst>
          </p:cNvPr>
          <p:cNvSpPr txBox="1"/>
          <p:nvPr/>
        </p:nvSpPr>
        <p:spPr>
          <a:xfrm>
            <a:off x="609600" y="1524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FINAL-YEAR PROJECT · COMPUTER SCIENCE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FEAAD1-11F2-C5C0-3D76-1A6989E0DBF3}"/>
              </a:ext>
            </a:extLst>
          </p:cNvPr>
          <p:cNvSpPr txBox="1"/>
          <p:nvPr/>
        </p:nvSpPr>
        <p:spPr>
          <a:xfrm>
            <a:off x="609600" y="1854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200" b="1">
                <a:solidFill>
                  <a:srgbClr val="FFFFFF"/>
                </a:solidFill>
                <a:latin typeface="Arial" panose="020B0604020202020204" pitchFamily="34" charset="0"/>
              </a:rPr>
              <a:t>MeQ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B8A9E7-4855-17A6-49B5-E61612D660DA}"/>
              </a:ext>
            </a:extLst>
          </p:cNvPr>
          <p:cNvSpPr txBox="1"/>
          <p:nvPr/>
        </p:nvSpPr>
        <p:spPr>
          <a:xfrm>
            <a:off x="609600" y="3048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rial" panose="020B0604020202020204" pitchFamily="34" charset="0"/>
              </a:rPr>
              <a:t>A mobile web application for basketball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EE6B7B-E1A3-1950-0C24-5612D1937211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[Your name] · [Student ID]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[Advisor name]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A02D6D-C15B-8849-5ED6-C6FA18CABDE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BD39A3-8FF1-6BF5-485C-D6384D1974C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4147032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97C983-7B0B-2A15-1150-46DE31526A8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93B04C-F490-7CB7-70A7-4B0021A7B36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C3F812-A4E8-3934-E8C8-47B0AE7570E9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2FD007-5682-9B3E-C6D9-08EDE043A0E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BBCA73-133C-27BC-C0A1-7EF3C788E4F4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2421032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6219A1-0F58-745C-AA6D-6889C3E2786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E1019F-88A4-C3CD-2158-28A8E15440C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4F20A54-76C3-C2B3-F7D5-009F0EB7A31E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BBD361-CAEA-3BE8-F931-5FD91C6DC40F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A57687-3D0A-5CC0-17B4-201836B77632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58265D-1FFD-5072-B4C9-72CAF5964D5E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09DE3F-B511-6925-A5F8-58C37FEB10A2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6D4C6E-304B-E778-9C33-10AA91A11E9F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AF550DB-A264-E39E-1EB8-B5CE54A80852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FD5D84-83C2-7A73-3DAE-7BA7CC3463B6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A4C0D7-03CA-3961-8071-775B05CA638B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9CAAD2E-9291-0808-6DEA-B0361992B786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2594C80-EBE5-B4C5-BD3E-DBCB5AE4F143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42CE93-167A-3B9D-1F63-6796AE615514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A426DC-EB30-9DF5-81D8-1482AC2F311D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725C09A-4E66-13BA-71F3-3CA4558EEB3A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9D1BADB-550B-B94F-931B-8588FA323133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468149-FF46-F8EF-C5E8-50E3A32031C0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3AAE03-4AC0-C9D9-F976-BAEB6CA04412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2341947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117918-886E-D4F0-D5C1-78BC0B63B87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BC8D22-554F-CC41-7A9E-70D833B2C12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961929-5644-6217-218E-BCF9DF6F9AE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D638BDDF-A72B-1DF2-6295-C9CE37C73F06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125BB6-BDBA-CE45-B81B-ECBE463AA143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DD607F-97D0-24B6-11DC-F428D32DE8D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2D5F9DE4-3E79-FF08-4D5C-0FDB9CB5CB4A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71E6A6-DB72-81AD-A55E-C0AD987BACBD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0239C9F-6727-FC4E-3169-86717F1F519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6EBE1725-9E19-2984-9A60-04BD1F1DBBFE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E04D87-807C-23D3-0865-B5B3A562896F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2665E43-EA16-8EF4-B15A-C28462C72810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1CE0E36A-FD7E-F38C-03FB-5DF32074C73D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0A0B9E-AAB4-5C93-2661-78688CBC75AF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E6681B-4BAB-12AC-8754-8AAB147D1D2F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1CEE2E9E-D69F-A411-95BF-A06C120AF509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AABBD0-C658-9A8F-903E-452C4AE48935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2569294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665044-6A8D-2CDC-98BC-C8D4D68D781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61289F-5E70-E4BC-DA9D-615EB72E9A6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2DA354A-84DF-21B1-F86A-21CF901100B9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7CC0DD-96BE-57A6-3912-C0D645743BD4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5792FD-14F5-6515-961C-63E6DED68263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8DF8ED-CAC6-2120-17B4-6DED63A024AD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E84B0FE-2513-C27A-6379-4FF7363D80DA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5D35E2-0889-2E78-31DC-764E8F1DB69F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2FD9FBB-06BF-61CC-4C19-5E670DF415DF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4E765-1A9C-7CB1-BDB2-3DC89F2D6C1D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A749CD0-4232-1B05-3D0F-2EEB10E428F9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54B26C-B92B-965B-BE59-C6D5388AA41A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E99A43-B984-15FB-AAD9-6356109D129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709596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E9397F-0886-91CC-61D4-1037714FF73C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8B48C6-BF94-3A8B-AEF0-C5C3BD21EA2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04CD29-0CF1-2F1D-A5CD-4D0C7A47DAB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E09982-824B-69BC-CC40-FE9D7B73DCB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8C4738-B143-F207-DF48-E2C406F9D916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D2AEFB-7223-06F4-5CD5-5234ABE96C5C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B9EB9A3-5080-9C44-007B-D984027BF952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D074EF-B7AF-B5F7-B77E-6D66521CEABA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D8A764D-517B-8BC0-12A0-B58CB94F4943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FE037D-7064-D2D3-A378-B00439732D13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93AC6A8-EAD8-E70F-55F1-E7A3E04A1571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2543A3-318B-58E3-B5D8-328B164AD89D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FF3356-5113-91D1-CB43-07A4ED993A1A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2545591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EC7A05-47AC-13E6-5DAA-AAA44D61BD43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873882-5C44-BD3F-EC9C-C35D93D1D53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76696-DE05-0C3F-2C4A-B2890EC8AFE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EBF784-F069-A209-DD16-905E8142A855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A0B4B4-EFF5-98D8-9965-FD4CBE3BE98E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76D6C83-B35E-3137-BA0A-C420F79D1770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27D31F-4E64-77F9-8C02-BAC251084A08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CAFB4CA-925C-8298-A982-77987A4BE80A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69C330-F30D-00E3-49C4-77F20EB53185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5F5924-7643-6DD0-74C0-F1245AD6395B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48B420-5F7D-F9F1-F36B-D841FB2FFFAB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1479729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AA40AE-535F-99FA-D4CF-FA0D6638F94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EE7DA2-3460-AE07-9B28-A00B8279A533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7B6926-3A45-FC44-926D-2CEA6880CF67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F452DE-C10C-5FB7-7EE5-629244964562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587081-3DFD-8431-02AF-69DBF224DAD1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12C20A-7700-DE0E-B764-0F48BCE0FC0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E5F61A-DC0E-F11C-F400-7B269BEA971F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2432273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11BB7C-C925-D69D-FDEE-E97E4C25431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EB0869-F241-9FF8-7106-54F0172CD1F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49D321D-863B-60B5-3016-16F3A070261E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9DB6C7-15C0-3E3C-F7FB-17653FEF8985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BC9AED-3245-408B-82F0-563D0A863572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4F23A4A-C32E-CE16-DFC9-69A2BF00BFDC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431FF1-FAEE-0D88-61EE-9267BB77BBC5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233B5A-CE35-B8F3-A41C-786D1AEAD2D8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481F91-1E15-9F03-F2AB-AC8D2A591915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E6054E-C0DB-C918-3EE0-2A276643A4E5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A9A7D2-DF30-BCDE-0AD1-3D302C8CF640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7E15F5-2430-A376-C802-A23CAE6B9AEF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EB75F7-A8CF-AB0D-EB71-9DBBD0695949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6713AB-97BB-D4C9-9F3C-B694E951EE43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07A2C72-0BA2-DE53-5314-35EA2D170867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49B57E-C197-1DDD-4621-F225F616778F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67D9C73-C1FF-0257-9509-F076261EBE15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CF4C9D-D701-924F-4C59-78BEEF11C68A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69717A1-3ABD-2351-D71C-B559F748C8C3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6960EE-0040-A076-E33B-2D88D9C5A739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3769D51-FE99-2882-333E-AE1F9DA1AFD1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5FF4F7-78BA-B930-060F-CBE280B6808B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D3F00F9-895C-F9C0-6BAB-2FC68E168EEF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4753C4-394A-5267-131D-EC19501CB068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2202703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34C6F1-2FF7-49B2-FCCF-0DE42E64D60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8E9F99-DB80-15F3-1388-37C33C97B13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 on the court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7E1E19F-5531-DB2D-2CE8-0DC9F7CB4B3A}"/>
              </a:ext>
            </a:extLst>
          </p:cNvPr>
          <p:cNvSpPr/>
          <p:nvPr/>
        </p:nvSpPr>
        <p:spPr>
          <a:xfrm>
            <a:off x="609600" y="1473200"/>
            <a:ext cx="6350000" cy="4826000"/>
          </a:xfrm>
          <a:prstGeom prst="roundRect">
            <a:avLst>
              <a:gd name="adj" fmla="val 3684"/>
            </a:avLst>
          </a:prstGeom>
          <a:solidFill>
            <a:srgbClr val="2A31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[ Demo video, 60–90 s ]</a:t>
            </a:r>
          </a:p>
          <a:p>
            <a:pPr algn="ctr"/>
            <a:r>
              <a:rPr lang="en-US">
                <a:solidFill>
                  <a:srgbClr val="C9CED8"/>
                </a:solidFill>
                <a:latin typeface="Arial" panose="020B0604020202020204" pitchFamily="34" charset="0"/>
              </a:rPr>
              <a:t>Join queue → LINE message → check in → scores → result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8FF591-8998-2180-0C42-7486F090FC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289FD1-1911-39A6-33B2-15534CF2C4F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7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878059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41D53F-7464-D6B5-32C4-CEBE5A33BA3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EDC01-D052-22AD-0165-A7E82683859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2B4DB6-81C3-38B8-BE47-C0E49FABAB5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348644-083B-8E76-EC4D-251D7EC68021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1D5A4A-F479-76C5-CD5D-FF164910CBE1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AC48D7-38D6-CBFA-C4BB-503C59E64EEF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C631D0-9D92-1A6C-FA6E-F784156AC4D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CC5A21-0AB6-AD0A-2A5D-BE4BEB674F32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7344E8-0343-FF82-263D-453F6B3E1309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10694153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7E03-8B90-195E-880A-7AB1D4D35FC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861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8EF62F-2681-0BE3-BC17-DE6CC56C1CC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03C1C5-825A-0A77-C520-A6B20576FD9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32E660E-D707-F7C2-1F9F-75173D020FA8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BD58B7B-D393-F0BD-DD9A-D0ECD585AF37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351214-8E6C-FFBF-4792-BF1359ACDBF3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03F3F3-CC42-C1E8-C4A7-72363BA6E92D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FAEC1AE-9824-7B6D-3146-471ABD1E7327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541AD0B-E89A-07B2-2A09-852515F9989E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66E28F-70F2-7E30-3889-22523D6539EF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75DD59-852A-273D-DDB3-EE371B449F53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C7F39FB-1E30-F0B1-7D3B-4A7E9500F4C0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BF2C874-65E8-7F9B-97B4-1A1E3E9381D7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60EA3E-76B1-BE62-5631-5ED9E295613E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9D2E8F-EA77-7BD8-C1B9-5DEF61306604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F74AC1D-CA54-76D2-ADDC-C2686B622602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6589056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04480A-3CBC-3860-FC20-A053D892979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EA797B-E53D-0DF1-15B8-64958B44A3B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F1A6672-D805-1F22-603F-F0E2C1D271D6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892DA7-4CF9-175D-9A7D-F73B8F87FC8E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134031-989D-FE79-4462-276EC8189F42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9DC6DF5-E457-D8B1-0304-715E3B96086F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C52C2B-69C2-D33B-C296-F3C229D57E4B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238665-C3D0-C39D-E2C0-95B0145CAB05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745F76D-3E10-442F-A78E-1CB08AB79A13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421F50-A003-2321-79CC-B2392DECC5B9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BC387B-DBAD-714F-5F57-FAAEA7216AC3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777368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D2A15E-ED8B-6653-AB97-3FB0938CED6A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5BE407-1E80-A9C7-84A5-24F28D9D3EE9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FA8F79-478D-CEC2-F5DB-9773AEA46B62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652192-4375-7E77-7F6F-E56756DB486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36823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1751</Words>
  <Application>Microsoft Office PowerPoint</Application>
  <PresentationFormat>Custom</PresentationFormat>
  <Paragraphs>186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นศท.ณัฐวุฒิ วันมา</dc:creator>
  <cp:lastModifiedBy>นศท.ณัฐวุฒิ วันมา</cp:lastModifiedBy>
  <cp:revision>1</cp:revision>
  <dcterms:created xsi:type="dcterms:W3CDTF">2026-10-17T17:14:03Z</dcterms:created>
  <dcterms:modified xsi:type="dcterms:W3CDTF">2026-10-17T17:14:03Z</dcterms:modified>
</cp:coreProperties>
</file>