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628B24-F03A-4A22-9C10-1B0C482E885B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741849-1231-4D9E-9617-6F526BC7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83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35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66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9070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7279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615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568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134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9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7907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(พูดตามวิดีโอ) อัดหน้าจอระหว่างเทสที่สนามวันที่ 17 ต.ค. ตัดให้เหลือไม่เกิน 90 วินาที แล้ววางแทนกล่องวิดีโอ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742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623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4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2023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2773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41849-1231-4D9E-9617-6F526BC7001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662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F2845-28CC-7675-EC6B-0FB252BE85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B7DA85-9DBF-12B9-92B7-A701C4201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1C2E3F-881D-EF79-58C6-E56062826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5B3E8-14CE-C729-7EDB-01F1E3617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DC9EA-F01C-3F65-2C5B-807D7858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03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A16DB-BEC7-6291-1BCD-84D059896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CACCA-C8F3-A16B-27B8-6779E55EF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A997-99DE-D76A-D11E-666D727AF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3E40-B386-EDB1-4140-841CAF999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4A0D2-CF8F-77E2-13B0-A106B61BB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38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CFC74-6AD4-323A-9144-0DE239534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73F4D-503C-462E-E87B-7A9AC9F86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3BA8CF-DC6C-8AC7-2CC0-58F7A5CC3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7F3EC-3A01-6C35-E1F6-4E29E61C7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CBB81-7499-B736-93FE-F27FA547F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815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17C59-3F48-A2F3-4CAA-77A3C0B6D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9CE23-8261-460D-0C74-FEFB369055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63A53-1EAD-C8DF-B527-17D74AD273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5D917A-D9F1-C1D7-8878-5E022273E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28DC44-F0E8-8BA6-86EF-D483196C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282202-50F0-9515-59FC-3C0CDD368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500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43EFB-F63D-E4D6-762A-ACDA02EF3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2EB917-F4D2-D0BE-12E7-986F9DF8A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163EEF-CD7C-6E87-9DDE-67DD897D8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4026FF-78FC-EEE6-A67F-44DEA12030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472AA0-FC1B-6B3F-BB38-3706C0379D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10CFC3-1BC3-0F90-7A28-A58184AEF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9F4951-700F-3315-CE6D-90043E73A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112516-E8DA-DBD9-1203-17054675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591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5ED4A-3825-4A78-5838-0C1F0ACF5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8D71FF-D52E-AA32-12BF-E692080D7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1E1FF1-C3BA-159E-FD33-FC518352F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54680-D963-653F-6978-23B5D27B3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55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026622-D00A-C175-93DE-EB82574B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CB66C6-91D2-77D7-8C75-B6A7A04A5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AF01A-7D5F-EC7E-5370-0F57F770F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645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E8D2-F8E1-5D4F-15FF-A3E8E7693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26220-1F2D-E0DC-E757-8AFAC0C81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41EC28-707B-B6C0-5790-8B8B0CE6DA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C1005-462B-C56F-AF8F-BD464F7DA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8C9A1F-B274-B97A-8AFF-F363E3C9D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87C7D-B134-AF5C-DBC7-92649F9FF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15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F9415-9A02-C6EF-A90C-4528D7922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8DFBB8-461A-4011-31FF-ED01A90A876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06A66-34CF-24B4-00B2-703379EB1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4B5334-6EF1-794A-977F-5A8E9DC43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D5A3D-652F-22CD-E9DF-FB1DD3082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A83817-C784-10B5-091F-6811AAB8B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950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14E73-53BE-ACFD-C9D7-3C4ECAC22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0B870-FEA2-24F4-5571-17F2D2921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03DCD3-E602-0B0A-6D59-0746FA1A6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FA796-BC92-DF74-53FF-B85D47CB7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9A949F-BADA-5FEE-2EA7-9004C90DE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124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4A4E69-2D32-9198-FB2D-E258AB87C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F5E498-D2B6-8062-23C0-0CCE3C6F6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F2EEB-8119-7EA1-3673-F45D4277F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A465F8-6269-4353-DA05-9F57EFC1F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625D6-63F5-8ED9-D7A2-63F654FB5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812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D09215-2BE1-8A72-FD15-FC48F14DA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47EAB-9148-428F-70E5-AF10B1412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91097-F366-AAF2-A260-478C1B43C9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6F231B-9829-464E-B5D7-F0978CEDD7F8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2F38A-3A4D-2A16-A402-6A5B8F76F2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365DC5-0A94-DCD4-67C6-DA38236CA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12034C-2428-47AB-AF99-2F3C1D3F01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08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5E7237-D510-ABF6-B750-A9765DF92632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06A945-CD5D-5F4D-8D0A-6E531FE4D29B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9EF45-8839-4526-39C2-84759F527393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55FC11-173E-4CEC-B467-2D468EE87206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[Your name] · [Student ID]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[Advisor name]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118AF3-389D-73B2-BE79-744BC0455A3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50BD17-CE4F-3B26-0D0B-BA5F2373611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616188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1834E6-670A-AEF7-27E4-92BC1BCF423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D9C8CA-FEB8-1899-6223-3B93D18B3999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D1A371-573A-EC9F-3486-640513B11C9A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B5858A-C799-7175-D9D4-4D253533CB5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F7A901-CCF5-C97F-3D4F-752A84F8D794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3329292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966561-05BA-B3A6-E3B2-FD39183DD76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EFF34A-1E17-D045-E804-FC4FE8DE0236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E44B364-AA81-6AAB-C53C-B7FD2195D856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E21E52-40EF-A5AC-40D6-677247723E05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9AA0026-B5E5-69B5-4561-49A55F5368FF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E1B0C9-809B-4DCE-6DDF-CAA17AFB18D2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49542D-8A81-DDFD-84C9-568220C04D67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E891AD-4E04-908E-6908-CDE1DD01CE6C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7D87AF7-0914-A072-A0F8-0A9F011B911E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88FD5F-A2F8-9B74-6B84-EF5A8CE9AF66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A229A6-3E9A-C283-7DFE-6E7036F6199B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12EC407-3A01-53BB-A6B5-E5B3C86BF430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550F430-03AB-72D1-727E-A72430D2327D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4BE3FC-C698-1631-9815-A4C4894400C4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2105F5-2647-1DDB-0B35-B4E85AB8EF25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859BA3E-0099-8902-7B93-8F77AC0D1BE7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42D6AEB-F58B-F6A7-1588-2122E8043279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D2DEB2-2FB5-AA92-6D81-8EB39AB31D52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AC319F-186A-8252-E9CB-8B5148CD57AD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241540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66900C-BD55-CB41-C567-F0F492A7F20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001D5-7847-F429-7AD1-FD7FE8ACBB3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517EBA-388D-7C00-5B1B-4CBA3BCD210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2E26344-DE16-1586-CD74-F4CC737E43E9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94C333-4096-C255-AA32-E759F9BEEDA9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2DBDBD-9D44-3F8A-4429-F462FE0C201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3EBAD2B2-17C4-15AE-6307-45172FFFC018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BC4AE4-986B-EF63-C486-73BC22744E55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0F91D7-427C-6F74-6B7A-2F655177828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61249373-3EEE-7DA1-0047-27A31F164C23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A3011E-165E-86A4-82F9-E6F231043BA0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4A922CA-792F-B637-D0E9-2BAA66D6245B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EAC4C80-13CB-09FD-A6B2-54AD613CEB42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0FF4FB-629A-681D-4B00-EA140BB53DB3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E050B9B-FF77-AC54-C132-EC6EDFA773AE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791CF739-2C34-3A0B-C9A7-E1D1814F3BF3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8720257-CC46-BA84-0F96-1753ABD9345F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24875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CDEBD6-E058-6596-B373-3ECD59646CA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49D0F2-0E04-3871-51E3-F72368C9E14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5E44A9E-22C4-51D8-0A2A-AEBB248399F5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72174A-46F1-1FB0-BAED-F4CBDD6B4913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085D10F-033B-445A-A9D4-B36141C7C9CD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23D839-900E-2666-9FE9-43164591AAEC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9FB3E8-C85A-E8D0-41D9-63DAF8ABC903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9C9A8C-7CE7-E9A3-A2FF-C015D4C00DDD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DAF0EFB-62D0-9732-14B1-EA236DAF9062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FDECC1-C581-44B0-6E6B-CB31FC010CB2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6054DBA-0ED9-F300-7BEE-A906854A6CEA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D17C9A-8AFB-62E1-EA42-AB6BBC7C63EB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BBCBAC0-E60B-AB59-4D52-86E4AA375C3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277743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C3FDD-99D8-3025-F0C2-3238AA31F72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1FFF53-F88C-E2CA-9079-11272F085DF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47BA3E-0F98-B1B6-A944-B91C81F9B2F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3710E5-722A-3661-47C3-0177B6C5847F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1EEB46A-319B-3E66-D983-1459A460ED84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4DD6BB-DFC8-0BD7-50D0-CF113BB4AEF1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2331B2E-01F5-A4A7-AEB0-D4A699C997CA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217E97-4AE3-2118-2B6E-CCEB2AD8FFA5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A7AADB3-AF79-3FD4-2377-E308005AB0D7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7BE8A1-6CE6-4358-54B8-26DBC7D42D2C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EECB177-F7B4-F61E-B114-8F1227204177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26440A-695F-EF27-4C2A-7E90802EA5A1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497C9E-D04E-487E-EC72-CF97ECC4D8FD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3933743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BD19FE-55DE-7A48-C22C-BD3AD835A49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6DAEAC-4731-09CB-D07F-87898445681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0A097B-8703-EEE4-CD52-A6BB57A1516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C55D076-987D-878F-DED8-531ED1EC5C9C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8AEC1-43F2-E3DE-69E5-E662F44419EF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29A0204-41D4-E625-6464-2DDC2FD75335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50B44A-9616-4E83-4B1D-CAD2DCDCFA56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99BAFB8-7B55-BFE5-3D4C-DBBDDBB29A35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CCC5D-5FC3-539E-0612-F7D08398D500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FAC6546-9660-292D-DA73-BDC97B2E8AE1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532EB9-DB1E-D170-6C17-8DF4B821E9D5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1743955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E8BD14-CDBE-382B-1F5A-F1943102D1F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486BC3-24AA-7AD3-8301-D37A21C6652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2D087C-24A1-3F14-C7E1-DEE9691144B1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ECB04E-1A5E-605C-FF83-965AB8750BE8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E2FF9D7-8E35-30EF-A38A-FDE258910D3A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66D3D2-8E38-808B-F9B7-BAE1231FBC0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1A0183E-D9D9-460C-627A-CD4443FB4E82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2857675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789CE4-23EA-4BA0-D9C5-428800598A6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6E263D-7D34-6859-7E0F-AC711C321326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26404B-81FC-2C5E-9A9C-370B9D75075E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B46AF-3D25-93B5-E0E8-B2398E99FA3D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DF0931-4610-5449-C72F-F6AC311C9E5B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75C5D6-913E-395E-34F8-A9862402C48D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1277C9-4235-C2C8-F166-77FD3F2E4FA2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856CB-EAB4-8C0C-45DB-7DBB14DC659C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151347C-B0F1-4B9D-172B-B94E625DC6BD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AAC8C0-7449-1CEE-6474-B28AB5DF5874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53504-029B-0089-B321-51EE5E6E9C7A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E0AC825-44F8-FDC8-2D85-3F45127162AC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D34FB2-C32D-1347-BE96-5D60E0480C14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6BEB0E-9D5D-D45A-2809-06297E3B2FFE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5233145-631D-3590-12C2-AFBC75598EA4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21E167-A433-FD88-053F-1828D7D93BAA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B147130-81B4-A25B-0AF0-21EF2218893F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8EAD2B-60E6-7AFB-0C5C-407FA6E1B52A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EF8784C-209D-3AB9-B26D-C6A0B58EDB20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4076B9-6CAD-BFA7-D2DD-5EDA0B0683ED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B8C93DC-C48B-245E-2AE4-ABBF69EB65ED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8EBC2C-9F8E-8A8A-B704-4167F731F946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028AEA6-A180-C4D3-DC9C-9347FC255B6A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264C34-8717-2B6F-9F62-EC38A13A718A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2243822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DF7FBD-3BF7-ADB2-B2AB-3572F09F3FB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279F5B-F0F8-CE46-5914-DDEC89F36A8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 on the court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8284AC-B1C2-4251-2F60-C07CA0F541FF}"/>
              </a:ext>
            </a:extLst>
          </p:cNvPr>
          <p:cNvSpPr/>
          <p:nvPr/>
        </p:nvSpPr>
        <p:spPr>
          <a:xfrm>
            <a:off x="609600" y="1473200"/>
            <a:ext cx="6350000" cy="4826000"/>
          </a:xfrm>
          <a:prstGeom prst="roundRect">
            <a:avLst>
              <a:gd name="adj" fmla="val 3684"/>
            </a:avLst>
          </a:prstGeom>
          <a:solidFill>
            <a:srgbClr val="2A31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[ Demo video, 60–90 s ]</a:t>
            </a:r>
          </a:p>
          <a:p>
            <a:pPr algn="ctr"/>
            <a:r>
              <a:rPr lang="en-US">
                <a:solidFill>
                  <a:srgbClr val="C9CED8"/>
                </a:solidFill>
                <a:latin typeface="Arial" panose="020B0604020202020204" pitchFamily="34" charset="0"/>
              </a:rPr>
              <a:t>Join queue → LINE message → check in → scores → result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7BA910-469C-DE59-F798-CBEA5450787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7D85DD-3659-71F9-B0FD-B11F1360F95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7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65057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3BFFDE-637A-CDD5-396E-65A7B48663E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182AE1-1E2A-4BE8-0A39-46B0697B975E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ECC28A-85EE-58B3-544F-D33C5823121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2DA14D-3D9F-017A-BBD8-472C9C9800A6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4ED3C4-2B8B-83E2-ED9B-643F54B5C52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2DF9FD9-D67F-80B7-4964-405FEFADF2ED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7947740-6436-0652-4F3E-18E15C5E547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787605D-9505-AF42-76F2-83E7DC072216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E62918-8378-C99A-ECAB-E7C40A8F9B6D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3569308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436B16-9F7B-DDF1-BDB7-6F1D14FEF14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69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48AD05-CFF2-37EF-3772-E9DCFA5FBDC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559E82-2492-0487-A0FD-2C189233663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5C9DC71-BB74-2B2E-E780-C8AD5F0552B5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D8B904-30A2-CF64-3817-04A0442C3475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01DBED-0745-6C2F-F027-443BD20055E2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353C1-2933-D686-093D-079018C6B5DD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1B0DD4-49E1-B81C-D750-415E6942878D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C3A4205-F77C-40C0-F474-C9A7DADEB9E0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773CC4-7D6E-4BCB-88B0-866DF06C3E63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FC5858-3787-2DFE-B70C-DBC5ADFBB8ED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A8A32C-BB6C-5471-AC34-444C0FA70485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9C1BA61-0AC4-4A0B-7EC1-404C1E7DC0A6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244C1-F48E-A13E-10FE-D8964C4581F1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D15BD6-4A49-2573-630E-569F39F4AC6A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051AEBB-A045-DED6-272C-0FE7B4249F0F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2931773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CDE9AC-7A5B-3AD2-389A-6B20E65E9E6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3FBC3A-2A44-E18E-D000-8AA2D7CCDC6B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D2D22DC-9857-F47D-D86C-F0727D9F10D4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E46FE-E1EC-9BE1-4F3F-2BEBE99F950D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00BBDD-B2BA-FF3E-5824-3F086A0F98F5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81A2F7-F2CE-AB45-7DE1-55AB3264350C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8823CE-4C55-2AAE-6893-D36EB0182EFE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29146A-D7DC-CA4F-86EC-7FDAA330A196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4B15F4-CB9A-D995-CD8C-2B2AC961537A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6AC6D4-739A-FE7A-75B6-FCF4EECC7CC0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14A2D-A882-8173-B092-020D2D0B956A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25228041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AFD30F-0BE7-8F3F-F185-BAE843FDB0D2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DAB17E-9549-5514-E378-83C94ACE7E59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35CCB-B973-F378-003D-014D29115CC6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5AD47A-8BB4-D5D1-3206-EBAC3260BF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924755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1751</Words>
  <Application>Microsoft Office PowerPoint</Application>
  <PresentationFormat>Custom</PresentationFormat>
  <Paragraphs>186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นศท.ณัฐวุฒิ วันมา</dc:creator>
  <cp:lastModifiedBy>นศท.ณัฐวุฒิ วันมา</cp:lastModifiedBy>
  <cp:revision>1</cp:revision>
  <dcterms:created xsi:type="dcterms:W3CDTF">2026-10-17T18:26:50Z</dcterms:created>
  <dcterms:modified xsi:type="dcterms:W3CDTF">2026-10-17T18:26:50Z</dcterms:modified>
</cp:coreProperties>
</file>