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D3946B-959B-4BFA-831E-E5E0F017DDFF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15B56D-9C3C-493A-97F5-02D10EF675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73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72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395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21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7496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30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553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473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781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55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964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9074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 12 จุด แก้ครบและเพิ่มเทสทุกครั้ง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83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219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5B56D-9C3C-493A-97F5-02D10EF675A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533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9AB5B-B569-1D9D-EE71-2FB60A613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D8FDB0-49B2-CA99-0A00-067BB3A254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B6ABE-5D28-BE8D-F33B-C1EBEAA9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30248-E474-0009-5207-13F140659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EAEC9-86E9-627B-AAD2-C760485E1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399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1B00-7480-56B0-0046-881A64FF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732E8-9B2D-6AA9-1ED3-53DD294D5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B85782-AF32-6105-5A14-EDDC2D70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5769C-3B5D-868C-C46F-4FB201953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8E189-EEB1-F942-EC1C-FDEE53A15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18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F578F-D012-6F34-D447-DF42B940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85F669-BFD6-91A1-C09E-84883B3B1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8B010-E687-8BFD-49EF-534693A52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5A4D7-FE1F-9E6D-934E-AAB68796B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7CA68-B900-8F39-5AC4-1F1B69C49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004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93EEE-6B26-0A20-C457-CD8CFBA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1933C-5E30-0DB8-CF12-CC75E5E6F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C75535-8AFD-9D80-8D56-3AB25CF46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84205D-233A-5F3B-7FEE-17A3D40BF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A0C4AA-1041-80BF-31AC-A66F9809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19D43-8120-9098-63C3-02CCE0B6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140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E68DA-D587-66F7-DA36-124F03292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BBB0F2-D6B4-7F3F-0A9B-0412B0C75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BCC64-9FD6-8BC7-1341-8B24F3BFFA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33A491-6D3E-8DA3-8B7E-C080ADD59D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167F3-24CA-A568-E7B8-935A24008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218F31-B9C9-4C8D-9289-B448AE49C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282171-C06D-29BB-0905-65A8865C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A847B9-2C7A-4079-B58E-826E77678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5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E4A5C-029F-2769-6241-FFC92654A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9F5158-7E07-D86D-826D-5C1CCBFFF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05CE7-26E4-5DF5-F479-8907AEF3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6F67B9-1D22-672F-8DE4-2FD404000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943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08027C-904D-60D3-4180-CFC4C9FBB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09429D-99E7-D0C9-5307-AE5F2E2FD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64D47-D0BA-E824-EE91-2CE5C191C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761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4D86B-F999-F3BF-FD74-B7D5A816C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5A006-B1B7-1EEF-3445-2E411F1E0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8042D-D305-EA99-733C-7260D944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C2CCF-5052-3634-DAB6-67C8D938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4E1BC2-B5B1-657A-A719-A27122F6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C0726C-4A7C-8B1F-3BDD-A37DCC62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98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2F93E-5C46-2631-F11B-14B0A3ECA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7A30A7-2A01-9E3C-8DBC-7350AC2E5CF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396080-D0F4-CE54-C331-2B32DBCAA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AE4C62-56A7-E505-95DE-46D90F88B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479F53-B34E-249E-1CBD-C5094477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28D50-F833-1853-74ED-54D921994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666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D67B4-B257-60CC-1485-184F2F1A3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1C9B48-AE83-75A1-AE78-FCC3E2A2F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B2B13-B18F-62E8-AAF0-B8FB41223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C82A1F-5AF9-62C3-9FDB-40534969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52E7C-4253-DDA7-D327-38286420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59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D879A-297F-FF77-CA43-494AB3E34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9456BA-E754-F988-16FB-7B7FEC56AB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7AC14-D872-1D7B-8B71-CC65EDE2D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149C0-F566-46F5-D044-B330FCB38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EBB7B-77C7-47D4-2DEA-B7354B653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EB7428-F7EF-6A94-16BF-28C2F2A98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64A5F8-2805-A6B7-1B32-977EBB8E64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CDAE0-1598-2FB7-0086-8769E808B6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A6295-9183-4F6C-9A08-F861E3187E1C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2B6C9B-9B62-70BF-39D7-F1FFDD2BE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20682F-033F-5E3C-37D1-E75925CE42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E39D0-93CF-4DDA-923E-574DDA51C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29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07B6CB-B008-9ED7-C125-AE2F4FF8B47D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FDF956-F227-D6D0-BDA9-244A4E7EAA06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17D01-0186-E4C0-E776-24FED5162457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923170-9CE8-D2CB-198E-5D6B5274EAB5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0629B1-967D-E092-723D-30092E48567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F94B62-D438-9196-7A45-BC03186808B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665629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8BEC87-9020-1844-6F1F-1D90EAB45AF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CC49BC-171D-4490-4084-E2AC82F24B8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7CFEC-9606-E2EA-484F-526B675EFE99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0ECBF4-E159-281D-0A52-85C683E41F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7E6C32-D9B3-77CA-2E31-AED0BE9BD8E0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8483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4118E-8AF5-EBF7-5D67-B780BC077D5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B90DA8-7F18-F968-5BE2-08BF4E2C08D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7B29A6-1B1E-3BCE-56DA-5400C08E85C2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EFB7F0C-C14D-989B-09ED-C943FCB2C87D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B150B3D-F019-CE5C-9E44-0276F78C7554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1B159-10BA-F005-972D-480FB1A6DAC4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FF114-0FD6-E600-4E1B-FEF2D9DE33BE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20673CF-DB1E-A0BD-D8C9-3F2C9E869860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09EEBBC-31CB-0FD0-7778-66F63C1A72A2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F19216-BCF8-C93D-6829-9D65A027810F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14216D-4A71-5226-4F9C-84FF91DD9EDA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CCC866E-461B-3734-E1C2-2784180D8872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582E2DA-3733-7207-382E-BB2A23C95995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4801C-5650-4EF0-854A-9F83D92BB674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75C7A9-A762-02BC-C4CF-A201E01F8C17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04FB9F8-DFD9-25CF-F206-70D2D743940F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BFF51A4-E4EB-8EE2-8394-619009AC31A9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57DC5C-10F5-6BD5-190E-8DBF859189C2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A78077-96DD-E6BE-3659-E0BB65E6D90B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4004873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735066-C38E-F55C-70CD-9A2621B5675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053296-D4B4-DE4E-681D-3A1661E7871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378141-2430-7064-F20F-C1D04F52CEE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51BF7EE-936F-5C2B-5024-DB272FBB0FD1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30A4F3-8FA9-D95A-49B6-8950D53CFB74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8E3747-E5C1-57F2-DE3C-C7E764B87CD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28C046E3-4812-8172-9235-49D3A5FDF74D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290903-7221-829A-755B-978168166641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C3D3CF-ECD3-B958-10A3-5D5F1B83146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7C78A071-3DD2-DF43-F040-45A24A95B12E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9BED81-AF45-2733-BC51-CA2ABBA093A8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B238D00-6418-506D-8FD5-E7FD80CB771B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B146032-88EA-D6FE-D4B1-E738E652B0AB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A26A08-F319-4CFE-5713-E1D5622A7129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84A34E4-05EF-2BBD-57EF-7E7E0BD373F5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4AA5097C-3F08-3BE6-5F65-013FCC6A1A72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234EDB-8DD5-2982-70CC-318E568AB660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2924983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EEDE3A-FCD5-43CB-7FBA-C676D04A5B0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61E86C-030F-B3FB-82D5-9109511D363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9A902E9-EEF0-624E-16C4-7E058A52F62B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6348DF-FB58-6A6F-4772-16864CB8C394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33DB50-BF20-C20C-C891-56059A5F03CF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4B00D2-DEEB-0A1C-CF0D-A7709D48372E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DA006F6-02DC-8513-1742-8D5E2C440185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B6FBF6-2255-B7A9-0F7F-79505AB943EF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18A3A13-D9C5-33AF-36DA-A892D0E9C2E1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E88DDE-4963-1A9B-96A3-CB78E36F877D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7104459-49D1-92B6-EE06-1F3E597E81D3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C6BE0-1D0D-4132-3B45-3CD425217B59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9CB7AE-6410-3B37-5532-AEF95A3802D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013550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9BD1E3-0272-3135-4BB2-F6BC2B994A3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2F70B2-02CD-7959-9F4D-99A0555D640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7A480F-35BF-BCBC-9092-B725A4FD2D8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1EFE54-7C3D-874C-B897-046BCFEFF19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A4B4405-E617-A2D0-E1CC-191428ECA36B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11A12-95B2-F980-A8D3-8203ACA9D18F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23984D-7855-FF71-92C7-FCC1EF7A7DF0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C0C1DB-AE93-8056-296D-665B43D9EF42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69E348B-8445-666A-2CA0-0F9731119CBD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8B581-F975-85D2-01E7-0F8E437678DE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46C9BBB-888F-8FCB-7947-46719FE535BB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9B8F73-6159-3796-CC05-37F03B987B4B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34079-AE18-74CE-0B9E-8960B7A8CCFC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460662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0B88F6-E73A-0A84-A6D7-5883F6183DA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FF8839-5727-2222-EBF1-E7576CCEA94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F27D5-D84C-DB19-9EB4-144B6F60363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D70583-E361-3987-3D90-1A3299471671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49DD3-32A3-273C-B09B-63E739CA8883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4A95D74-D8ED-B205-5EE5-D28A46847A13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7DB239-B5AF-48EC-2D02-F5DD504B5F1E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4D0BF10-0135-D0EA-81E3-57281CCA096D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82D2E9-DF02-0457-C8DF-41C9040667E6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2BFA24-2706-6BAB-36F9-26F3BC94C674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9FEDB-0891-7828-2F79-337139FF920F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2712995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3A403-FA5A-2DF0-B117-0FB6FB1237C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33D258-2E67-2115-ADE5-AEBBDFF1603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7468DC-D093-0E4E-34DF-885F4F28AD01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884396-01AC-589E-996C-A58F34511886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E0EA36-A92B-8911-BE37-B99AA9809BA6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67A711-7B32-0F13-B603-626EA42352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96772D-ECC2-F90E-2519-C3A8E71DCF5F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888568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7374C0-EDE0-F553-DC92-E18DB5585BB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13280-8C87-363E-7366-1D09C474042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7BB022-AAA8-BD7A-B50A-E4DCE0A9E445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10D99B-A132-EDE3-342F-53A8A1E3295D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9E276-E5A0-50BB-913E-FC1F079D1748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2EFA73-D0F8-4B4D-084C-F469D929E760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BCCFBB-982E-9700-6113-0172EAA2CA3E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3DF30F-BBDB-1404-3AA5-9FA7ECE3AA27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01628DD-D15E-6588-D584-C8E8E640EF12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6D797-AAE9-5F2E-5F27-7C539D9A7125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A82AF5-76D2-E506-680C-C1A877716CD9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16D9D3E-3E3A-81C8-C940-5DEE9054F037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CA57F2-C0B2-AEB1-772B-B9F7F417F9FB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204C73-EE04-7C4F-B23B-2ADAAD44F5FA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fixed; code defects covered by new tests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ABC0056-47AA-4289-8ED6-8C75AB58F127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EF3FC-72FD-64C0-D21A-4A6629D4649C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486F711-4521-C565-4FD4-39EC50C51616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F51DF7-1FED-C783-F0B9-73BC01CDD4C4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6A1687E-6305-29EF-E9C2-A7FD7C7BD092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B90EF1-B631-E102-253E-D89F706A91C9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66CA0FB-B74A-0FD2-E009-BC0514270FE2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C37E79-467A-B8EC-81F0-024F31CF939B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EA1139D-874D-7AF0-8170-C5CC754CE29E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5CDC35-0638-C41C-AF6F-5F33714827A9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3095928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515A3-1346-E1A3-1C4C-F3EC6A881B8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30A465-4039-DA50-5821-B9A645C676A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E1423E-C37F-BC82-2EF7-5E12AEFC7B37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7A1F26-B767-86E5-282D-67082976D43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992AAD-8533-DA10-386A-E1B574F059A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79782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938F96-FCA5-8FA1-5061-8FAD2264196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46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337105-4C6C-079C-BF71-0B65EF40241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204B2D-514C-9517-EAE0-C3B7D8E2AC0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83A455-2491-7790-D51C-4DDA93BEE553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D9BFB6-9B14-8847-582E-6C7DCF0527C1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857692-A139-72E2-BDDC-1E457FB716FA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EC869D-E5EA-2A1F-48FA-198E6687F822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08E93D-3766-E6BE-C9FB-C13751230D42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044A5E-2D07-3854-3FEB-E33136449B2E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C13E1-4EED-7560-F611-37773CC90167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0D4F29-14D6-62CE-0B45-7C89C6C24200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E1163C-85A7-4B52-5492-87F47ACA760C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B496377-95E8-7302-C1E9-3191EE766D68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D32421-835C-9D5E-402B-9D4C609EA719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16A0DB-C6AB-6A19-E387-311F30CB730B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3FE078C-6D3C-7395-7BC8-790C0F035F46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1179397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35E0FD-B09E-C4C2-8BA3-3F3570D87AE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C0485C-96BD-B3BE-F405-94F6027C9C1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DB8B69-9538-CB1D-72C1-8349357F564D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DAD09-17DC-E1BE-2B49-D643ACA0EA71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6158CF-AEE1-A6D1-34AF-F8DD11DA1D1B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C14E572-4471-96EB-8476-FFAEB5588E4F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4496D-C4AB-7CDC-9EC9-8A9152C741BA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CE6E95-C225-89E0-6FF1-BE70954129CF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9B02D7F-B9EA-5726-710C-ED84EBAE217A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AAA294-2582-E18F-259A-F8B41CB3BE86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9CBD3B-8D80-4034-CEE7-366E7970A2CB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38315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50D0C2-8F43-B816-DA58-0EE7FE57DC37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5E88F9-FCEB-87F7-67B9-BA87ACFB2A82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3307B-EBF6-4537-B1D4-86BDBC821C8A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4CD630-A732-651C-A308-4AA97E7BBFF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397110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1566</Words>
  <Application>Microsoft Office PowerPoint</Application>
  <PresentationFormat>Custom</PresentationFormat>
  <Paragraphs>174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2026-10-17T15:53:04Z</dcterms:created>
  <dcterms:modified xsi:type="dcterms:W3CDTF">2026-10-17T15:53:04Z</dcterms:modified>
</cp:coreProperties>
</file>