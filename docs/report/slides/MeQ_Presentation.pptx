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E997E2-9D11-4E74-BD87-466E8DB3590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12039E-9010-4246-B0CF-8D07D9F47B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032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 ... วันนี้จะนำเสนอโปรเจกต์ </a:t>
            </a:r>
            <a:r>
              <a:rPr lang="en-US"/>
              <a:t>MeQ </a:t>
            </a:r>
            <a:r>
              <a:rPr lang="th-TH"/>
              <a:t>ระบบคิวสนามบาสและแจ้งซ่อมของมหาวิทยาลัยนเรศวร (20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638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9245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2706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2434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0765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9068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3472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9690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2416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(พูดตามวิดีโอ) อัดหน้าจอระหว่างเทสที่สนามวันที่ 17 ต.ค. ตัดให้เหลือไม่เกิน 90 วินาที แล้ววางแทนกล่องวิดีโอ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54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66.3 จากผู้เล่น 12 คน ต่ำกว่าเกณฑ์ 68 อยู่ 1.7 คะแนน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2698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 12 จุด แก้ครบและเพิ่มเทสทุกครั้ง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282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4457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2039E-9010-4246-B0CF-8D07D9F47B5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686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77C13-A5F9-F3D0-7E4E-878DC6AE48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C0C147-C3FA-F46E-1CE3-8B38A6F1C1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35F68E-D650-DEE8-ADD7-570A6ADEF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17D80-07C7-9CD9-0D59-E8FB29975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9C4D5-718A-85AC-8FE8-09BF0F32F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694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EF211-2C77-88DE-5029-CC07414AF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D510B-110F-9AAF-8311-70BDD4557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6AC8D-76E9-D6EC-669F-A58DD4AC9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EA1A3-538B-BC05-404F-8D93B8DFB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FEF5F-6ADC-4E2B-9D57-2CBEFC7E3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381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2630-8B35-22FD-3011-49590F4E4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44652C-7209-B175-DFCF-F3F03535F0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CC4344-01D5-DDED-3B36-C50770BFE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CE125-B147-FB79-ECEE-471CC7B34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F97682-0210-6430-C43C-EAA9EFBC5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14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DF26D-A20B-840A-6D99-22DD2F07E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8EA8B-4072-8CAA-AF20-9F56D5E497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2D445-AE90-3AA3-A6A2-A41DF7BDCA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8454E6-D75B-D5EB-5C7A-C21718357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46FAC4-B328-2BFF-1B66-634B46120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A68AF7-6BBD-7B07-7D6E-9915E3355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637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E39E9-9BE3-C863-44C7-4244892C0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8F066A-4504-113C-80D7-39210667CC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FD035-0BDB-B049-8EF9-E88F883D6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7EFA24-D791-E90B-F4D0-10D072011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7ACF97-43AC-DBD1-2EC5-48DFE964D3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11B7C8-3980-62CB-55E0-08142DDDC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58D0B-6554-3980-87B1-0533BF9AC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F20BB1-A9C4-3B6F-E233-67EEAE42C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028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5ED65-2BC6-3D23-FB88-229507489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C91BEB-D65C-4AD6-AC30-F11D7336B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6EB002-DFCA-D6F5-028A-CB0557183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AA317-C399-A896-9981-40F9B53B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79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BD7415-F6DE-8F0F-4659-E197E72B6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D80B00-ACDD-9520-68FD-419534010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AD2DC-350E-9B06-0E37-0599A199E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36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8666-ECC1-EF41-A023-B7D383E5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ED118-05E9-E06E-8279-B676F02809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C0E6E5-83CD-A09A-09DB-4AC99D38C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D6BC88-5DD1-C3A2-0A9A-CB719305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F0636-AB86-8C9E-ACA4-16BB8B017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74EF6-75DE-591E-4F37-5928D7349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719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D441C-505F-5566-8254-6235DE8A0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48776-11B3-4AC9-3967-53BF755768C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55217D-D1DF-EA35-BD32-9AFF3DFB33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3AD863-6652-8358-A866-FE11E6981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027E2B-4D57-6C25-5F3A-5004F3638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02CCB0-65B8-D04D-09AE-B5891D844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995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B6955-4613-487F-25D6-B96C745E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85E222-BC98-1611-C7BB-41C10CE6B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D1EB2-06B7-7994-C428-5DA59CEFF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16EF95-10C0-E61C-AE34-932BA2D21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D48D1-398A-7C72-F74D-340D181D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618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606F0D-931C-5F08-8ADC-D0E66726D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C3A0B6-5CDA-CB83-25C6-1F6D952840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0164C-F4B7-7017-C490-C7835DE88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CB0A9-C437-5382-6BB3-6E54D165E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BB950-8DAD-E6D9-0692-4BF2311E5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910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5794D6-2C93-C6E1-359D-55D23D23A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B5A-5604-4E23-EB04-AB9B98208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D5C835-E96E-B80D-BB16-599D782D71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E17080-E8BC-4F29-A98F-783D8A86145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256AC-0980-757B-5B5E-E32F13F70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E0C9EC-6E5F-15DF-92B3-1ED1084BE2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A19AD-EA74-40CE-B935-0874AD644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43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250A2B-1711-70A6-FE3A-51CDC410A767}"/>
              </a:ext>
            </a:extLst>
          </p:cNvPr>
          <p:cNvSpPr txBox="1"/>
          <p:nvPr/>
        </p:nvSpPr>
        <p:spPr>
          <a:xfrm>
            <a:off x="609600" y="1524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FINAL-YEAR PROJECT · COMPUTER SCIENCE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52743F-782F-1CFF-8B70-ECDE42A53027}"/>
              </a:ext>
            </a:extLst>
          </p:cNvPr>
          <p:cNvSpPr txBox="1"/>
          <p:nvPr/>
        </p:nvSpPr>
        <p:spPr>
          <a:xfrm>
            <a:off x="609600" y="1854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200" b="1">
                <a:solidFill>
                  <a:srgbClr val="FFFFFF"/>
                </a:solidFill>
                <a:latin typeface="Arial" panose="020B0604020202020204" pitchFamily="34" charset="0"/>
              </a:rPr>
              <a:t>MeQ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DF6BD0-9E0F-7C30-2D2E-23D47EF8DF78}"/>
              </a:ext>
            </a:extLst>
          </p:cNvPr>
          <p:cNvSpPr txBox="1"/>
          <p:nvPr/>
        </p:nvSpPr>
        <p:spPr>
          <a:xfrm>
            <a:off x="609600" y="3048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Arial" panose="020B0604020202020204" pitchFamily="34" charset="0"/>
              </a:rPr>
              <a:t>A mobile web application for basketball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94248-3DE7-BB63-EC9F-7F03BB030485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[Your name] · [Student ID]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[Advisor name]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69E1A3-2A07-5ECE-C9CD-91A5DB96A38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62A621-BB4A-60AD-EC0A-071B0C7E8D9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304621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10E3FE-3ABB-BE7B-10CB-916ED436024E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77226E-AA9D-30EE-952E-C0A4ABF8E80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B79CAD-3238-5686-F58D-FD546A93390E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43695F-4579-D514-FD4C-A4642AE3B36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931281-FB08-FEB3-3B6F-7AD527B1C7E2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17986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E86C68-6A28-427A-5C8A-FC900EB4DB2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C55B1-6446-9078-763E-63C12568E1BE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800D51-5235-B55A-C71E-A3C682C6EB69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D67C6D-2F01-4E87-270E-4F6C4AB6BECB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E5ADE3B-98D2-61DC-A82D-422DFD128937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EC82A5-FAFF-F899-5407-02B1AE6AC91E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B86D8F-1B16-E389-A80E-7F4C9E5F46BA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CC2BAFF-2EA8-602E-ECC6-2DA25C24A7C0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FE03E88-DD12-EDF2-BD42-B3B38C945407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B391D8-3CD0-4D4A-0216-73CC6A2B90EB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068A7-E0A0-3D65-B1D8-FF79ADCEB74E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366349-E65B-500D-23A9-11E4ADE00511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FD92513-7626-34B6-24C4-7D83E7391B8D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2ECEAC-29B8-0564-A362-6A87E040A218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353F17-B5BA-DB15-D97C-96E8A4FF5F34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9503992-94B4-AA03-1C7E-5D10A5FED347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F95AAD-2BC9-2C81-D2F9-EF7E8B97A2CE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A02867-DA18-9E68-E256-A2B89E05FC20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E1ECDA-AC61-C5F9-3A69-165A1803B88C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4071455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9154BE-CFC6-8BF9-4B0C-604E821578E8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F245F9-CF49-6B7C-4C0F-A3E5716AB70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9257CD-2DDD-767E-1973-0DFB1A0DFD5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755353A9-2812-93DE-B49B-09987E1A5CC6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FC0B05-1F77-D2FC-7B50-A9084E54E85D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7C4D8A-F306-ACE9-62CF-E639E82277C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B7124041-3CED-7D58-8462-643C8F9E48EB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0D01CB-75BF-9FD9-C754-3A8BB25DF381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AAC5EDF-9687-6A8B-97F7-67E82C2181F2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8474A236-6676-7BD2-D546-C078932BC2F0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70CB8A-9A47-05DD-8CD7-690514D194E7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89FBE79-2BFD-CA55-CD99-AE1C81B4089D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548BEDF2-4586-2E2E-BF51-8EDCCBCDB475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2232F-C555-E5D4-D2CF-66F7D911632B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1944DB1-2DAB-FBD6-2396-D96082254A6D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11F6EDCC-8FAF-A8A0-C491-B5E9D0B4F5CB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C7B9A3-5D06-D06C-19E1-68E123673578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1698791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0862A8-370A-711F-38CD-8D149998E5B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78FB4B-8F06-8201-6C0C-44F09F25BE8E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8CCD564-90D9-24BD-F12C-CDAB8EBEBA46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5FECD1-E636-FC1C-11DA-9AD83A2DA930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3C48814-282B-ABB4-22FE-CC873EFF6AE4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89FAC1-7870-523D-F899-81A095C3EF8D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B0C5142-076A-4822-D3C8-49C4EBA658FD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90C0BF-A235-270C-3A68-67325B4BFAD3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D2CAD9C-6A39-AC45-3D16-22506045BD7E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0D9AB9-DB66-75D3-0C6D-96EE155549FB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D429470-3DDB-5735-20A7-83B6EA4CBF71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C46D08-383C-A617-A432-C964E7F2C197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0DD8CD9-82DE-34AF-28F1-FF791DF888D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597807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1B9B53-F105-8A56-A7F7-CCB8E9140730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E75445-D765-0ED3-5383-1ABB9DB6612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C201-9119-F8BD-F515-97531BF6228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EA1548-F874-FC95-65F7-D394BEF43AF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6B2B88A-97CD-8884-203E-05600108EBD8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FC0114-DF41-C6E5-AAF2-984D3A8C6380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B5539F8-C845-AB7A-DC96-E3061787B4CB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16A5FF-838D-B3E0-FEFE-F86F8E15A886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00138BC-FA36-E9D0-D9CB-26EF0C185017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60CA19-2326-F760-6903-25ABFB6A922C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8FB4445-3AAD-6878-2B3E-A0DFE69E702F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D82EB0-D250-75B2-64A0-57DA9A05CF47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39E450-29A4-1B62-C296-452B78482887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2612344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842934-4C7C-6E7B-35C7-B6E7ECBDF6BE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AAFF1-C9A6-8AC6-63A0-16E86105BC01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7500B6-210C-4F7B-8739-BBADF375D27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A1D13B1-70F6-3E2B-6AD1-BEA033BBFE5B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031692-F615-2280-D5B1-FAC60FBEFDE0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7FC7114-E060-832B-913E-D978E884C3E9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A18C19-2151-3426-D117-ED808BA43370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AE0FD53-7BDF-CAEE-354A-92FF3BB7BF2C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94E7EA-06BC-D616-6816-C631FE1C42C3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1A52E7-2B8F-0679-E79C-607222F3D54E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87491E-EF29-78FC-FE67-04A7F4566CC5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2706561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BBEF07-33FF-EF17-5EAA-6DD5B95A68F8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16A61-5E14-0C9D-A6A8-C148F919497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27522A-924B-A11F-5105-A4265F4891D9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393C9D-1C82-5B46-C0E6-7E29A8EC0E93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A753213-EF5A-246C-5759-EB6E43E40D7B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D96477-7D1A-9CA8-E42C-176AE10E418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4511734-7A8E-82BE-C421-58A00DA87CA3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741005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F7E550-D5A4-B5A8-2C3A-2321FCD5E394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B806CF-89CF-BB82-D9F8-632156CDE85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1E00F5-2595-65B2-893D-5F5850E82B86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1F678E-6F90-8E7D-28CD-FDBDA095065A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218979-AA6F-CF9F-541A-33D298354170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085BAF0-3C19-7A76-D4C8-D2D6222A5BEE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14C4B7-07D4-4A3A-0193-28B04259731D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1254CB-6870-22F7-9527-F777C26BB49B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6CDFF46-1970-FC05-AA20-E8EC2E8769E6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6F970F-FDF5-DEB7-8D96-8EE1EF5013F2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844439-ABFB-BBA3-F63A-76570896D9D5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F6A11A6-CF9F-C204-27E9-BE3A5B5E423D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D4AE43-7981-FF96-CF69-AEB6A6E91B19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611B63-77D9-2EC4-B6D5-8527B20DA277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fixed; code defects covered by new tests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B713E48-4BF8-B346-9655-D02DE9586A15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56D51A-48EB-D64F-20AD-FE223D5E68DC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22D5700-F7F7-34F4-F5BB-EBB5E5BEDCDF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65488B-5A7F-3556-598B-B11C0F5A94BA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4E72EA3-97F4-F340-6180-212532F159DA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5FECC8-117C-7783-9C59-B78ED2B83C0E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61C517-9F2A-EC0A-B853-018C360A031E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2D78CB-F2B8-44E2-DA29-6A0FA7453D5C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A70C68F-2530-8C0A-E8DC-AC4B98BC70EE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E1145E-F66F-D4F5-9253-184C9F4143B9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12620212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8EA716-07F0-F91E-25DC-7EC0B3AB892F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D60792-B38A-E03F-35F7-562EF8C1AA8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 on the court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FB3899-DC81-A723-B5F8-EB9FFD664A36}"/>
              </a:ext>
            </a:extLst>
          </p:cNvPr>
          <p:cNvSpPr/>
          <p:nvPr/>
        </p:nvSpPr>
        <p:spPr>
          <a:xfrm>
            <a:off x="609600" y="1473200"/>
            <a:ext cx="6350000" cy="4826000"/>
          </a:xfrm>
          <a:prstGeom prst="roundRect">
            <a:avLst>
              <a:gd name="adj" fmla="val 3684"/>
            </a:avLst>
          </a:prstGeom>
          <a:solidFill>
            <a:srgbClr val="2A31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[ Demo video, 60–90 s ]</a:t>
            </a:r>
          </a:p>
          <a:p>
            <a:pPr algn="ctr"/>
            <a:r>
              <a:rPr lang="en-US">
                <a:solidFill>
                  <a:srgbClr val="C9CED8"/>
                </a:solidFill>
                <a:latin typeface="Arial" panose="020B0604020202020204" pitchFamily="34" charset="0"/>
              </a:rPr>
              <a:t>Join queue → LINE message → check in → scores → result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9E42C0-B3EB-A530-F7E5-7CF5675CAEB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1B127F-BED9-6B08-6C10-675B76A4A4E2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7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249095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D054949-A136-5376-35A1-CD5CDF34FAA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370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6A772E-A633-C46E-827E-EF0D090D70F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9BD07F-7D34-5367-5CD1-512D7C062E48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AAE8708-B1FE-76F4-DF5B-EFBF700E7CA8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E4970C6-2A58-FE33-DA92-A2D34918ADF6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119BC6-C3F7-61D8-A96C-2CFF6AB8D81F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FA9F3-E86D-92A8-4440-4371F276AA83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418B07-8E18-9AEC-D173-B4636FAD5B44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AE97F3-C3F2-AC55-5F01-5107604FD506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81329D-3DBA-44F4-0DCB-7847E71DE8E5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112F4-B77A-CDDB-4F72-C0C0D55E33C2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1AE9F38-D394-C5E7-9574-6B3B9DA8EFF6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82C21F7-867B-E258-3375-827CD9A163D6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EB7016-8C5D-640A-CD4E-933D34BD8158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DACFFD-F21B-D055-D0D9-EA05D898983E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297A66-3238-9B8B-05A6-45217053D55A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1966730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93E24F-43F5-7CF6-F256-AC83D50D4312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62A998-605B-60B6-23E5-89399028CDD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C8EB4A6-550D-0B40-84C2-323AF5173EB2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E21371-494B-D84B-5F7C-5238EC27E5D6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CCAB33-D68B-7F5C-1846-F501AF746C40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5D41E4E-5092-EA91-698B-D023C55AE3AD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2CEDC1-DC37-105C-F91D-C9B67CFD951C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D08ABC-9FA5-4A5E-F564-FCE1D29354F5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66.3)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A40202B-5503-E5D2-CF1E-9C0FB256E2A1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0CD299-0C4E-3630-A8E8-2910A9F11521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901BC0-1DA8-3554-9715-C721C85E1A94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1159631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5500B-5706-4DCB-5D61-82F4195033FA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57878F-B072-1DFC-006F-D0CFB211216A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1E7AE4-7764-3609-1C35-8E0D969297AB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F7AB05-60CB-A5C8-FD59-BC6C80C7095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534496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1563</Words>
  <Application>Microsoft Office PowerPoint</Application>
  <PresentationFormat>Custom</PresentationFormat>
  <Paragraphs>174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นศท.ณัฐวุฒิ วันมา</dc:creator>
  <cp:lastModifiedBy>นศท.ณัฐวุฒิ วันมา</cp:lastModifiedBy>
  <cp:revision>1</cp:revision>
  <dcterms:created xsi:type="dcterms:W3CDTF">2026-10-17T15:40:57Z</dcterms:created>
  <dcterms:modified xsi:type="dcterms:W3CDTF">2026-10-17T15:40:58Z</dcterms:modified>
</cp:coreProperties>
</file>